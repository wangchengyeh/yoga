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ECFFF"/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ECFFF"/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YogaFlow 3D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視覺化智慧：重新定義居家瑜珈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80160" y="2670048"/>
            <a:ext cx="2011680" cy="347472"/>
          </a:xfrm>
          <a:prstGeom prst="rect">
            <a:avLst/>
          </a:prstGeom>
          <a:solidFill>
            <a:srgbClr val="7ECFFF">
              <a:alpha val="18000"/>
            </a:srgbClr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數據自主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2670048"/>
            <a:ext cx="2011680" cy="347472"/>
          </a:xfrm>
          <a:prstGeom prst="rect">
            <a:avLst/>
          </a:prstGeom>
          <a:solidFill>
            <a:srgbClr val="7ECFFF">
              <a:alpha val="18000"/>
            </a:srgbClr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即時引導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2670048"/>
            <a:ext cx="2011680" cy="347472"/>
          </a:xfrm>
          <a:prstGeom prst="rect">
            <a:avLst/>
          </a:prstGeom>
          <a:solidFill>
            <a:srgbClr val="7ECFFF">
              <a:alpha val="18000"/>
            </a:srgbClr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個性化成長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291840"/>
            <a:ext cx="4572000" cy="54864"/>
          </a:xfrm>
          <a:prstGeom prst="rect">
            <a:avLst/>
          </a:prstGeom>
          <a:solidFill>
            <a:srgbClr val="7ECFFF">
              <a:alpha val="40000"/>
            </a:srgbClr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讓科技守護隱私，讓 AI 成就專業。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ECFFF">
              <a:alpha val="8000"/>
            </a:srgbClr>
          </a:solidFill>
          <a:ln w="12700">
            <a:solidFill>
              <a:srgbClr val="7ECFF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YogaFlow 3D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問題：打破反饋黑箱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 90% 的居家練習者無法持續進步？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C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痛點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C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影片練習的侷限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只有單向輸出，無法得知脊椎或關節角度是否安全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昂貴的私教成本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每小時收費昂貴，難以隨時隨地練習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DD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核心盲區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DD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自學者看不見自己的錯誤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ECFFF">
              <a:alpha val="8000"/>
            </a:srgbClr>
          </a:solidFill>
          <a:ln w="12700">
            <a:solidFill>
              <a:srgbClr val="7ECFF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YogaFlow 3D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解決方案：視覺化關節引導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「看見」看不見的角度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紅區警示：關節偏離超過閾值時即時提醒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動態引導：箭頭指示動作修正方向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實時疊加：3D 骨架與影像合一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8229600" cy="1188720"/>
          </a:xfrm>
          <a:prstGeom prst="rect">
            <a:avLst/>
          </a:prstGeom>
          <a:solidFill>
            <a:srgbClr val="7ECFFF">
              <a:alpha val="10000"/>
            </a:srgbClr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54680"/>
            <a:ext cx="64008" cy="1188720"/>
          </a:xfrm>
          <a:prstGeom prst="rect">
            <a:avLst/>
          </a:prstGeom>
          <a:solidFill>
            <a:srgbClr val="7ECFFF"/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1868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系統自動計算教練影片「標準角度」與使用者「當前角度」的毫秒級差異。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ECFFF">
              <a:alpha val="8000"/>
            </a:srgbClr>
          </a:solidFill>
          <a:ln w="12700">
            <a:solidFill>
              <a:srgbClr val="7ECFF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YogaFlow 3D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個性化身體基線追蹤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C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C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DD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活動度評估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記錄每個關節的極限 ROM，建立獨特的身體檔案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疲勞感知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分析動作穩定度，適時建議休息以預防受傷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平衡分析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重心追蹤與雙側角度對比，優化核心穩定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ECFFF">
              <a:alpha val="8000"/>
            </a:srgbClr>
          </a:solidFill>
          <a:ln w="12700">
            <a:solidFill>
              <a:srgbClr val="7ECFF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YogaFlow 3D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目標差距動態分析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417320"/>
          </a:xfrm>
          <a:prstGeom prst="rect">
            <a:avLst/>
          </a:prstGeom>
          <a:solidFill>
            <a:srgbClr val="7ECFFF">
              <a:alpha val="12000"/>
            </a:srgbClr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64008" cy="1417320"/>
          </a:xfrm>
          <a:prstGeom prst="rect">
            <a:avLst/>
          </a:prstGeom>
          <a:solidFill>
            <a:srgbClr val="7ECFFF"/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14400"/>
            <a:ext cx="7772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「目前您的關節活動度已提升 </a:t>
            </a:r>
            <a:pPr indent="0" marL="0">
              <a:buNone/>
            </a:pPr>
            <a:r>
              <a:rPr lang="en-US" sz="1800" b="1" dirty="0">
                <a:solidFill>
                  <a:srgbClr val="FF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pPr indent="0" marL="0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，距離目標英雄三式尚有 </a:t>
            </a:r>
            <a:pPr indent="0" marL="0">
              <a:buNone/>
            </a:pPr>
            <a:r>
              <a:rPr lang="en-US" sz="1800" b="1" dirty="0">
                <a:solidFill>
                  <a:srgbClr val="FF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度</a:t>
            </a:r>
            <a:pPr indent="0" marL="0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的傾斜優化空間。」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進步路徑可視化：邁向大師級標準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系統不僅顯示「不對」，更分析你與「目標」的距離，將練習變成有趣的升級過程。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ECFFF">
              <a:alpha val="8000"/>
            </a:srgbClr>
          </a:solidFill>
          <a:ln w="12700">
            <a:solidFill>
              <a:srgbClr val="7ECFF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YogaFlow 3D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技術核心：Edge-AI 視覺引擎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· 33 關鍵點 3D 骨架 · 複雜姿勢穩定追蹤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417320" cy="59436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1417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623060"/>
            <a:ext cx="194310" cy="0"/>
          </a:xfrm>
          <a:prstGeom prst="line">
            <a:avLst/>
          </a:prstGeom>
          <a:noFill/>
          <a:ln w="19050">
            <a:solidFill>
              <a:srgbClr val="7EC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0270" y="1325880"/>
            <a:ext cx="1417320" cy="59436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60270" y="1325880"/>
            <a:ext cx="1417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23310" y="1623060"/>
            <a:ext cx="194310" cy="0"/>
          </a:xfrm>
          <a:prstGeom prst="line">
            <a:avLst/>
          </a:prstGeom>
          <a:noFill/>
          <a:ln w="19050">
            <a:solidFill>
              <a:srgbClr val="7EC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63340" y="1325880"/>
            <a:ext cx="1417320" cy="59436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63340" y="1325880"/>
            <a:ext cx="1417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6380" y="1623060"/>
            <a:ext cx="194310" cy="0"/>
          </a:xfrm>
          <a:prstGeom prst="line">
            <a:avLst/>
          </a:prstGeom>
          <a:noFill/>
          <a:ln w="19050">
            <a:solidFill>
              <a:srgbClr val="7EC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66410" y="1325880"/>
            <a:ext cx="1417320" cy="59436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66410" y="1325880"/>
            <a:ext cx="1417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Engine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29450" y="1623060"/>
            <a:ext cx="194310" cy="0"/>
          </a:xfrm>
          <a:prstGeom prst="line">
            <a:avLst/>
          </a:prstGeom>
          <a:noFill/>
          <a:ln w="19050">
            <a:solidFill>
              <a:srgbClr val="7EC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1325880"/>
            <a:ext cx="1417320" cy="59436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325880"/>
            <a:ext cx="1417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+ 3D Avatar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LLM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1488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on-device — 無需雲端伺服器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 延遲 — 即時姿勢反饋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3D Avatar — 視覺化教練示範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ECFFF">
              <a:alpha val="8000"/>
            </a:srgbClr>
          </a:solidFill>
          <a:ln w="12700">
            <a:solidFill>
              <a:srgbClr val="7ECFF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YogaFlow 3D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極致隱私：數據的主權在您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離線推理 — 影像不離機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分析後即刻銷毀原始影像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完全不需要雲端訂閱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飛航模式下完美運行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FFDD88">
              <a:alpha val="12000"/>
            </a:srgbClr>
          </a:solidFill>
          <a:ln w="12700">
            <a:solidFill>
              <a:srgbClr val="FFDD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您的身體數據，永遠只屬於您。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ECFFF">
              <a:alpha val="8000"/>
            </a:srgbClr>
          </a:solidFill>
          <a:ln w="12700">
            <a:solidFill>
              <a:srgbClr val="7ECFF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YogaFlow 3D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極簡練習流程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828800" cy="274320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280160" cy="36576"/>
          </a:xfrm>
          <a:prstGeom prst="rect">
            <a:avLst/>
          </a:prstGeom>
          <a:solidFill>
            <a:srgbClr val="7ECFFF">
              <a:alpha val="40000"/>
            </a:srgbClr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 YouTube 或手機收藏的大師影片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90800" y="914400"/>
            <a:ext cx="1828800" cy="274320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90800" y="1051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2865120" y="1828800"/>
            <a:ext cx="1280160" cy="36576"/>
          </a:xfrm>
          <a:prstGeom prst="rect">
            <a:avLst/>
          </a:prstGeom>
          <a:solidFill>
            <a:srgbClr val="7ECFFF">
              <a:alpha val="40000"/>
            </a:srgbClr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08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8224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自動分析教練動作，生成基準骨架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24400" y="914400"/>
            <a:ext cx="1828800" cy="274320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24400" y="1051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998720" y="1828800"/>
            <a:ext cx="1280160" cy="36576"/>
          </a:xfrm>
          <a:prstGeom prst="rect">
            <a:avLst/>
          </a:prstGeom>
          <a:solidFill>
            <a:srgbClr val="7ECFFF">
              <a:alpha val="40000"/>
            </a:srgbClr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44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1584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即時視覺反饋與語音引導，糾正角度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914400"/>
            <a:ext cx="1828800" cy="274320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0" y="1051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7132320" y="1828800"/>
            <a:ext cx="1280160" cy="36576"/>
          </a:xfrm>
          <a:prstGeom prst="rect">
            <a:avLst/>
          </a:prstGeom>
          <a:solidFill>
            <a:srgbClr val="7ECFFF">
              <a:alpha val="40000"/>
            </a:srgbClr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檢視目標差距報告，解鎖下個難度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ECFFF">
              <a:alpha val="8000"/>
            </a:srgbClr>
          </a:solidFill>
          <a:ln w="12700">
            <a:solidFill>
              <a:srgbClr val="7ECFF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YogaFlow 3D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競爭優勢分析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C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功能特點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傳統瑜珈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真人私教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D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YogaFlow 3D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即時角度糾偏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C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D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個性化成長軌跡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C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D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隱私數據安全性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需上傳雲端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無記錄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D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本地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單次練習成本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D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零（買斷制）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ECFFF">
              <a:alpha val="8000"/>
            </a:srgbClr>
          </a:solidFill>
          <a:ln w="12700">
            <a:solidFill>
              <a:srgbClr val="7ECFF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YogaFlow 3D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未來的無限可能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從瑜珈出發 →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09728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258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物理治療輔助系統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4023360" cy="109728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3258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💃  舞蹈動作教學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023360" cy="109728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697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全方位運動復健市場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2697480"/>
            <a:ext cx="4023360" cy="1097280"/>
          </a:xfrm>
          <a:prstGeom prst="rect">
            <a:avLst/>
          </a:prstGeom>
          <a:solidFill>
            <a:srgbClr val="1A3A55"/>
          </a:solidFill>
          <a:ln w="12700">
            <a:solidFill>
              <a:srgbClr val="7EC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697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🤸  個人化訓練計劃生成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ECFFF">
              <a:alpha val="8000"/>
            </a:srgbClr>
          </a:solidFill>
          <a:ln w="12700">
            <a:solidFill>
              <a:srgbClr val="7ECFF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YogaFlow 3D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開發流程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20624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C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C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C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職責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DD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(PM)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專案經理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Issues 分派、審查、提交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主要實作者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多檔案代碼修改、構建驗證、adb 測試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CLI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次要實作者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受阻時接手、代碼審查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指令頻道：GitHub Issues + Claude iMessage 頻道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ECFFF"/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ECFFF"/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讓科技守護隱私，讓 AI 成就專業。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2743200"/>
            <a:ext cx="3657600" cy="36576"/>
          </a:xfrm>
          <a:prstGeom prst="rect">
            <a:avLst/>
          </a:prstGeom>
          <a:solidFill>
            <a:srgbClr val="7ECFFF">
              <a:alpha val="50000"/>
            </a:srgbClr>
          </a:solidFill>
          <a:ln w="12700">
            <a:solidFill>
              <a:srgbClr val="7EC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ctr" indent="0" marL="0">
              <a:buNone/>
            </a:pPr>
            <a:r>
              <a:rPr lang="en-US" sz="14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WangChengYeh/Yoga</a:t>
            </a:r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Email: </a:t>
            </a:r>
            <a:pPr algn="ctr" indent="0" marL="0">
              <a:buNone/>
            </a:pPr>
            <a:r>
              <a:rPr lang="en-US" sz="1400" b="1" dirty="0">
                <a:solidFill>
                  <a:srgbClr val="7E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contact@yogaflow3d.ai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YogaFlow 3D Proposal</dc:title>
  <dc:subject>PptxGenJS Presentation</dc:subject>
  <dc:creator>PptxGenJS</dc:creator>
  <cp:lastModifiedBy>PptxGenJS</cp:lastModifiedBy>
  <cp:revision>1</cp:revision>
  <dcterms:created xsi:type="dcterms:W3CDTF">2026-05-07T21:41:07Z</dcterms:created>
  <dcterms:modified xsi:type="dcterms:W3CDTF">2026-05-07T21:41:07Z</dcterms:modified>
</cp:coreProperties>
</file>